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be6cf17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be6cf17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ebe6cf17a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ebe6cf17a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ebe6cf17a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ebe6cf17a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ebe6cf17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ebe6cf17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be6cf17a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ebe6cf17a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be6cf17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be6cf17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ebe6cf17a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ebe6cf1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ebe6cf17a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ebe6cf17a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be6cf17a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ebe6cf17a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8" name="Google Shape;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3" name="Google Shape;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8" name="Google Shape;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3" name="Google Shape;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8" name="Google Shape;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3" name="Google Shape;1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8" name="Google Shape;1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3" name="Google Shape;1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l thank you slide do not add any extra text" id="118" name="Google Shape;1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